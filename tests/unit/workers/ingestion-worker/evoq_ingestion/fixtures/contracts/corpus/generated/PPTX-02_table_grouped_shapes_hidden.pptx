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Service inventory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Tables, groups and a hidden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silver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silver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gold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Grouped shapes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1828800"/>
            <a:ext cx="7315200" cy="914400"/>
            <a:chOff x="914400" y="1828800"/>
            <a:chExt cx="7315200" cy="91440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828800"/>
              <a:ext cx="3657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GROUP-HOTEL left box text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0" y="1828800"/>
              <a:ext cx="3657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800"/>
                <a:t>GROUP-INDIA right box text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HIDDEN-JULIET content of a hidden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EVOQ corpus generator</dc:creator>
  <cp:keywords/>
  <dc:description>AEO deterministic test corpus</dc:description>
  <cp:lastModifiedBy>EVOQ corpus generator</cp:lastModifiedBy>
  <cp:revision>1</cp:revision>
  <dcterms:created xsi:type="dcterms:W3CDTF">2026-09-11T00:00:00Z</dcterms:created>
  <dcterms:modified xsi:type="dcterms:W3CDTF">2026-09-11T00:00:00Z</dcterms:modified>
  <cp:category/>
</cp:coreProperties>
</file>