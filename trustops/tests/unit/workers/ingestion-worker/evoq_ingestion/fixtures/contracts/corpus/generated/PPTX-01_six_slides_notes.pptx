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1: welcome and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2: Deadline emits account a timeout emits posting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3: Tenant validates reviewer no ledger shall vector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4: Posting may snapshot any index returns owner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5: Alert checks handler no table checks session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6: Owner may service every request records system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 Engine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Heading emits version a queue shall.</a:t>
            </a:r>
          </a:p>
          <a:p>
            <a:pPr lvl="1"/>
            <a:r>
              <a:t>Version returns balance every operator may.</a:t>
            </a:r>
          </a:p>
          <a:p>
            <a:pPr lvl="1"/>
            <a:r>
              <a:t>Deadline shall policy the audit stores.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Approval returns system each retry rejects.</a:t>
            </a:r>
          </a:p>
          <a:p>
            <a:pPr lvl="1"/>
            <a:r>
              <a:t>Record validates schedule their report returns.</a:t>
            </a:r>
          </a:p>
          <a:p>
            <a:pPr lvl="1"/>
            <a:r>
              <a:t>Alert emits batch every threshold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Timeout emits audit this manifest rejects.</a:t>
            </a:r>
          </a:p>
          <a:p>
            <a:pPr lvl="1"/>
            <a:r>
              <a:t>Handler emits worker no timeout checks.</a:t>
            </a:r>
          </a:p>
          <a:p>
            <a:pPr lvl="1"/>
            <a:r>
              <a:t>Request shall balance each account checks.</a:t>
            </a:r>
          </a:p>
          <a:p>
            <a:pPr lvl="1"/>
            <a:r>
              <a:t>Ledger stores heading this metric must.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returns system the timeout may.</a:t>
            </a:r>
          </a:p>
          <a:p>
            <a:pPr lvl="1"/>
            <a:r>
              <a:t>Session records posting its metric validates.</a:t>
            </a:r>
          </a:p>
          <a:p>
            <a:pPr lvl="1"/>
            <a:r>
              <a:t>Deadline rejects retry that ledger stores.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Worker validates table its document validates.</a:t>
            </a:r>
          </a:p>
          <a:p>
            <a:pPr lvl="1"/>
            <a:r>
              <a:t>Handler stores account any service checks.</a:t>
            </a:r>
          </a:p>
          <a:p>
            <a:pPr lvl="1"/>
            <a:r>
              <a:t>Audit stores alert their token may.</a:t>
            </a:r>
          </a:p>
          <a:p>
            <a:pPr lvl="1"/>
            <a:r>
              <a:t>Heading shall posting its table validates.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EVOQ corpus generator</dc:creator>
  <cp:keywords/>
  <dc:description>AEO deterministic test corpus</dc:description>
  <cp:lastModifiedBy>EVOQ corpus generator</cp:lastModifiedBy>
  <cp:revision>1</cp:revision>
  <dcterms:created xsi:type="dcterms:W3CDTF">2026-09-11T00:00:00Z</dcterms:created>
  <dcterms:modified xsi:type="dcterms:W3CDTF">2026-09-11T00:00:00Z</dcterms:modified>
  <cp:category/>
</cp:coreProperties>
</file>